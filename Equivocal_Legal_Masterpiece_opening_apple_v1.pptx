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1920240"/>
            <a:ext cx="10622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84800" y="2743200"/>
            <a:ext cx="1062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法律智能体系统 · 开题答辩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4800" y="3154680"/>
            <a:ext cx="1062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系统工程实现主线：可控、可追溯、可验收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84800" y="3703320"/>
            <a:ext cx="3657600" cy="0"/>
          </a:xfrm>
          <a:prstGeom prst="line">
            <a:avLst/>
          </a:prstGeom>
          <a:noFill/>
          <a:ln w="12700">
            <a:solidFill>
              <a:srgbClr val="1D1D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4800" y="402336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姓名：__________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学号：__________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学院/专业：__________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指导教师：__________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日期：____年__月__日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apple_v1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为什么做法律智能体：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成本高、风险大、检索难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开题阶段重点：把咨询链路工程化，让结果可追溯、可验收。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94560"/>
            <a:ext cx="3420000" cy="329184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800" y="232056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成本不可控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28800" y="2590560"/>
            <a:ext cx="3132000" cy="278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咨询成本高且不透明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普通用户缺乏入口与判断标准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需要更低门槛的“第一步建议”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4800" y="2194560"/>
            <a:ext cx="3420000" cy="329184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8800" y="232056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风险难识别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8800" y="2590560"/>
            <a:ext cx="3132000" cy="278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合同条款晦涩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风险点隐藏深、后果严肃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需要结构化风险提示与边界声明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984800" y="2194560"/>
            <a:ext cx="3420000" cy="329184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800" y="232056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检索碎片化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28800" y="2590560"/>
            <a:ext cx="3132000" cy="278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法规/案例/流程分散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语境难对齐、检索成本高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需要可扩展的知识挂载（RAG）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84800" y="5715000"/>
            <a:ext cx="10622095" cy="68580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800" y="5870448"/>
            <a:ext cx="10334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机会点：让用户在 3 分钟内得到“可执行的下一步”，并把对话沉淀为可追溯记录。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apple_v1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&amp;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目标与边界：先做可验收的 MVP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系统工程口径：每个功能都要可追溯、可回放、可测试。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70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84800" y="2148840"/>
            <a:ext cx="34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800" y="2331720"/>
            <a:ext cx="67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目标（本次开题交付）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28800" y="2834640"/>
            <a:ext cx="673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完成认证与权限边界（邮箱验证码 + JWT）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实现咨询对话（流式输出）与会话管理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输出风险提示/边界声明 + 审计日志落库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28800" y="4800600"/>
            <a:ext cx="67320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8800" y="4937760"/>
            <a:ext cx="673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非目标（明确不做）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8800" y="5257800"/>
            <a:ext cx="673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不承诺“万能回答”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不做复杂动画与花哨特效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不深度覆盖全部法律领域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10800" y="2331720"/>
            <a:ext cx="316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组成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10800" y="2834640"/>
            <a:ext cx="3168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认证系统（邮箱验证码）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会话系统（sessions/messages）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咨询接口（/chat/stream）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日志审计（traceId）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基础管理（可选）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apple_v1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一句话方案：把咨询做成可追溯服务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用户获得可执行建议；系统沉淀证据链；工程侧可验收可回放。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10620000" cy="123444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800" y="2514600"/>
            <a:ext cx="1033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 = 低门槛入口 + 风险提示边界 + 全链路审计留痕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84800" y="3794760"/>
            <a:ext cx="1980000" cy="155448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0800" y="4023360"/>
            <a:ext cx="172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0800" y="4507992"/>
            <a:ext cx="172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问题/合同摘要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10520" y="4343400"/>
            <a:ext cx="256032" cy="320040"/>
          </a:xfrm>
          <a:prstGeom prst="rightArrow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44800" y="3794760"/>
            <a:ext cx="1980000" cy="155448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0800" y="4023360"/>
            <a:ext cx="172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70800" y="4507992"/>
            <a:ext cx="172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 + 约束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70520" y="4343400"/>
            <a:ext cx="256032" cy="320040"/>
          </a:xfrm>
          <a:prstGeom prst="rightArrow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04800" y="3794760"/>
            <a:ext cx="1980000" cy="155448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800" y="4023360"/>
            <a:ext cx="172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30800" y="4507992"/>
            <a:ext cx="172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法规/案例/RAG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30520" y="4343400"/>
            <a:ext cx="256032" cy="320040"/>
          </a:xfrm>
          <a:prstGeom prst="rightArrow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4800" y="3794760"/>
            <a:ext cx="1980000" cy="155448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90800" y="4023360"/>
            <a:ext cx="172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390800" y="4507992"/>
            <a:ext cx="172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 + 风险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90520" y="4343400"/>
            <a:ext cx="256032" cy="320040"/>
          </a:xfrm>
          <a:prstGeom prst="rightArrow">
            <a:avLst/>
          </a:prstGeom>
          <a:solidFill>
            <a:srgbClr val="86868B"/>
          </a:solidFill>
          <a:ln w="12700">
            <a:solidFill>
              <a:srgbClr val="8686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24800" y="3794760"/>
            <a:ext cx="1980000" cy="155448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50800" y="4023360"/>
            <a:ext cx="172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留痕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550800" y="4507992"/>
            <a:ext cx="172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traceId 审计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apple_v1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四层架构：体验与审计分离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把复杂性关在系统里，而不是交给用户。每次咨询都可追溯。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106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480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4800" y="2834640"/>
            <a:ext cx="1026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/ SSE 流式展示 / 交互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28800" y="3268980"/>
            <a:ext cx="103320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800" y="34975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4800" y="3954780"/>
            <a:ext cx="1026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会话 / 审计 / 限流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28800" y="4389120"/>
            <a:ext cx="103320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800" y="4617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4800" y="5074920"/>
            <a:ext cx="1026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 / RAG / 质量控制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28800" y="5509260"/>
            <a:ext cx="10332000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800" y="57378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4800" y="6195060"/>
            <a:ext cx="1026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会话存储 / 日志 / 知识库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apple_v1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工程实现要点：可追溯、可回放、可验收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用接口与数据结构把“可信”做出来。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5220000" cy="214884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800" y="2274840"/>
            <a:ext cx="49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鉴权与边界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28800" y="2544840"/>
            <a:ext cx="4932000" cy="164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邮箱验证码 + JWT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权限控制（用户/管理员）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输入约束与免责声明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84800" y="2148840"/>
            <a:ext cx="5220000" cy="214884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8800" y="2274840"/>
            <a:ext cx="49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会话与存储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28800" y="2544840"/>
            <a:ext cx="4932000" cy="164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/ message 落库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支持检索与回放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 RAG 留接口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84800" y="4526280"/>
            <a:ext cx="5220000" cy="210312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800" y="4652280"/>
            <a:ext cx="49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审计与可观测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8800" y="4922280"/>
            <a:ext cx="4932000" cy="159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traceId 贯穿链路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关键事件日志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异常与降级可追踪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84800" y="4526280"/>
            <a:ext cx="5220000" cy="210312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8800" y="4652280"/>
            <a:ext cx="49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质量与降级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28800" y="4922280"/>
            <a:ext cx="4932000" cy="159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风险提示优先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多模型/多供应商备选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输出格式与约束校验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apple_v1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关键流程：从输入到留痕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每一步都可定位，可解释，可复现。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286000"/>
            <a:ext cx="10620000" cy="429768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800" y="2743200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8800" y="2807208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输入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12800" y="2788920"/>
            <a:ext cx="964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 / 合同摘要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54800" y="3090672"/>
            <a:ext cx="0" cy="74980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8800" y="3493008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8800" y="3557016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处理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12800" y="3538728"/>
            <a:ext cx="964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 + 约束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54800" y="3840480"/>
            <a:ext cx="0" cy="74980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8800" y="4242816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8800" y="4306824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取证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12800" y="4288536"/>
            <a:ext cx="964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检索引用（RAG）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54800" y="4590288"/>
            <a:ext cx="0" cy="74980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800" y="4992624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8800" y="5056632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输出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12800" y="5038344"/>
            <a:ext cx="964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 + 风险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54800" y="5340096"/>
            <a:ext cx="0" cy="749808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800" y="5742432"/>
            <a:ext cx="432000" cy="292608"/>
          </a:xfrm>
          <a:prstGeom prst="roundRect">
            <a:avLst/>
          </a:prstGeom>
          <a:solidFill>
            <a:srgbClr val="D2D2D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8800" y="5806440"/>
            <a:ext cx="25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留痕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12800" y="5788152"/>
            <a:ext cx="964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traceId + 日志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28800" y="5897880"/>
            <a:ext cx="10332000" cy="82296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8800" y="6126480"/>
            <a:ext cx="1015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失败/降级：上游不可用 → 切换模型/降级输出；所有异常记录入审计日志。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apple_v1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里程碑：按周推进，交付可验收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每阶段都有可演示的输出物。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106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800" y="2697480"/>
            <a:ext cx="1572000" cy="274320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800" y="2880360"/>
            <a:ext cx="1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0240" y="3291840"/>
            <a:ext cx="1389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需求与边界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接口草案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80800" y="2697480"/>
            <a:ext cx="1572000" cy="274320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80800" y="2880360"/>
            <a:ext cx="1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2240" y="3291840"/>
            <a:ext cx="1389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鉴权与会话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基础链路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32800" y="2697480"/>
            <a:ext cx="1572000" cy="274320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2800" y="2880360"/>
            <a:ext cx="1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4240" y="3291840"/>
            <a:ext cx="1389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聊天流式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落库回放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84800" y="2697480"/>
            <a:ext cx="1572000" cy="274320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4800" y="2880360"/>
            <a:ext cx="1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76240" y="3291840"/>
            <a:ext cx="1389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 traceId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日志可视化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36800" y="2697480"/>
            <a:ext cx="1572000" cy="274320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800" y="2880360"/>
            <a:ext cx="1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28240" y="3291840"/>
            <a:ext cx="1389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挂载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引用格式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88800" y="2697480"/>
            <a:ext cx="1572000" cy="274320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88800" y="2880360"/>
            <a:ext cx="1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80240" y="3291840"/>
            <a:ext cx="1389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压力/稳定性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降级策略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8800" y="5715000"/>
            <a:ext cx="1033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验收口径：可登录 → 可咨询 → 可回放 → 可追溯 → 可导出（可选）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apple_v1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风险与对策：先把不确定性关住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答辩口径：明确边界与降级策略，先保证可信与稳定。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34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800" y="227484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01：幻觉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28800" y="2544840"/>
            <a:ext cx="3132000" cy="3976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法律建议严肃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模型可能胡编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对策：引用 + 边界声明 + RAG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4800" y="2148840"/>
            <a:ext cx="34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8800" y="227484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02：稳定性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8800" y="2544840"/>
            <a:ext cx="3132000" cy="3976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 API 延迟/不可用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对策：超时 + 重试 + 多模型降级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核心链路可回放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984800" y="2148840"/>
            <a:ext cx="34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800" y="2274840"/>
            <a:ext cx="313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03：隐私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28800" y="2544840"/>
            <a:ext cx="3132000" cy="3976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合同含敏感信息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对策：最小化存储 + 脱敏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日志只留必要字段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apple_v1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800" y="228600"/>
            <a:ext cx="106220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492495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84800" y="521208"/>
            <a:ext cx="10622095" cy="0"/>
          </a:xfrm>
          <a:prstGeom prst="line">
            <a:avLst/>
          </a:prstGeom>
          <a:noFill/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4800" y="486000"/>
            <a:ext cx="10622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预期成果：可演示、可验收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4800" y="1171800"/>
            <a:ext cx="10622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4800" y="2148840"/>
            <a:ext cx="7020000" cy="4480560"/>
          </a:xfrm>
          <a:prstGeom prst="roundRect">
            <a:avLst/>
          </a:prstGeom>
          <a:solidFill>
            <a:srgbClr val="F5F5F7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800" y="2377440"/>
            <a:ext cx="673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验收指标（答辩口径）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28800" y="2926080"/>
            <a:ext cx="673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登录/鉴权可用，权限边界清晰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咨询流式输出稳定，可保存与回放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每次咨询生成 traceId，可追溯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风险提示与边界声明完整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关键链路可测试（最小 DoD）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84800" y="2148840"/>
            <a:ext cx="3420000" cy="4480560"/>
          </a:xfrm>
          <a:prstGeom prst="roundRect">
            <a:avLst/>
          </a:prstGeom>
          <a:solidFill>
            <a:srgbClr val="FBFBFD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4800" y="3383280"/>
            <a:ext cx="342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84800" y="6537960"/>
            <a:ext cx="106220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1D1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EQUIVOCAL LEGAL // VERSION: apple_v1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Equivocal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Equivocal Legal 开题答辩（Apple Monochrome Minimal）</dc:title>
  <dc:subject>毕业设计开题答辩（Apple 黑白极简 · Strict Light Mode）</dc:subject>
  <dc:creator>Equivocal Legal</dc:creator>
  <cp:lastModifiedBy>Equivocal Legal</cp:lastModifiedBy>
  <cp:revision>1</cp:revision>
  <dcterms:created xsi:type="dcterms:W3CDTF">2026-01-12T00:30:08Z</dcterms:created>
  <dcterms:modified xsi:type="dcterms:W3CDTF">2026-01-12T00:30:08Z</dcterms:modified>
</cp:coreProperties>
</file>